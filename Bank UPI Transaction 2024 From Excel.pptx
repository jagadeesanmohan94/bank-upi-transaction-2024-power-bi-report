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3CBBD-483F-4221-AFB0-76305735DE53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74F8E-AEC0-4153-835B-74B499B5A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29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Transaction by Month[Line](2024)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Transaction by Month[Column](2024)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bookmarkNavigator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Transaction by Month[Column](2024)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Balance by Month[Line](2024)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bookmarkNavigator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Transaction by Month[Column](2024)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Balance by Month[Line](2024)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bookmarkNavigator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Transaction by Month[Column](2024)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Balance by Month[Line](2024)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bookmarkNavigator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pivotTable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5a1af48-3f29-4f2e-9bdc-5738c04e5089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5a1af48-3f29-4f2e-9bdc-5738c04e5089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5a1af48-3f29-4f2e-9bdc-5738c04e5089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5a1af48-3f29-4f2e-9bdc-5738c04e5089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5a1af48-3f29-4f2e-9bdc-5738c04e5089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5a1af48-3f29-4f2e-9bdc-5738c04e5089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Bank UPI Transaction 2024 From Excel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12/25/2025 4:18:56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12/25/2025 4:17:55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slicer ,slicer ,slicer ,slicer ,slicer ,slicer ,slicer ,slicer ,slicer ,Transaction by Month[Line](2024) ,Transaction by Month[Column](2024) ,columnChart ,lineChart ,bookmarkNavigato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slicer ,slicer ,slicer ,slicer ,slicer ,slicer ,slicer ,slicer ,slicer ,lineChart ,Transaction by Month[Column](2024) ,columnChart ,Balance by Month[Line](2024) ,bookmarkNavigato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slicer ,slicer ,slicer ,slicer ,slicer ,slicer ,slicer ,slicer ,slicer ,lineChart ,Transaction by Month[Column](2024) ,columnChart ,Balance by Month[Line](2024) ,bookmarkNavigato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 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slicer ,slicer ,slicer ,slicer ,slicer ,slicer ,slicer ,slicer ,slicer ,lineChart ,Transaction by Month[Column](2024) ,columnChart ,Balance by Month[Line](2024) ,bookmarkNavigato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 Bar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slicer ,slicer ,slicer ,slicer ,slicer ,slicer ,slicer ,slicer ,slicer ,pivotTabl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444</Words>
  <Application>Microsoft Office PowerPoint</Application>
  <PresentationFormat>Widescreen</PresentationFormat>
  <Paragraphs>219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Bank UPI Transaction 2024 From Excel</vt:lpstr>
      <vt:lpstr>Line</vt:lpstr>
      <vt:lpstr>Bar</vt:lpstr>
      <vt:lpstr>Tran Line</vt:lpstr>
      <vt:lpstr>Tran Bar</vt:lpstr>
      <vt:lpstr>Page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Mohan, Jagadeesan</cp:lastModifiedBy>
  <cp:revision>5</cp:revision>
  <dcterms:created xsi:type="dcterms:W3CDTF">2016-09-04T11:54:55Z</dcterms:created>
  <dcterms:modified xsi:type="dcterms:W3CDTF">2025-12-25T16:20:56Z</dcterms:modified>
</cp:coreProperties>
</file>